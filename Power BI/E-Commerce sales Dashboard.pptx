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B9BB9-4EF4-4DFF-BA29-B85C614220C4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C3C6B-2F3D-4FE7-B467-BD625DE52B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C3C6B-2F3D-4FE7-B467-BD625DE52BD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068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56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86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70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50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2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440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531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807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88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7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556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0077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924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142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678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54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803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58230-CC59-47AD-8E41-2DDB6AD72FAD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82A32-DB0E-4528-AAC9-060190175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258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84F6-8AD2-FCE6-01F5-2F5AA00D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3" y="1420503"/>
            <a:ext cx="8610600" cy="849614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highlight>
                  <a:srgbClr val="800000"/>
                </a:highlight>
              </a:rPr>
              <a:t> E-Commerce sales Dashboard</a:t>
            </a:r>
            <a:br>
              <a:rPr lang="en-US" dirty="0">
                <a:highlight>
                  <a:srgbClr val="800000"/>
                </a:highlight>
              </a:rPr>
            </a:br>
            <a:endParaRPr lang="en-IN" dirty="0">
              <a:highlight>
                <a:srgbClr val="8000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1584A-97F7-3CB8-35D8-59BACA9EB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901" y="2483318"/>
            <a:ext cx="10318603" cy="36972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Project Foundation: Strategy &amp; Setup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Data in MS SQL Server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Power BI to MS SQL DB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Preparation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Analytics &amp; Design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Date Table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Dashboard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Insights</a:t>
            </a: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9738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7732E-3FA8-761F-7B1F-CECF8F2DA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277" y="1152145"/>
            <a:ext cx="6769608" cy="97840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highlight>
                  <a:srgbClr val="800000"/>
                </a:highlight>
              </a:rPr>
              <a:t>PROBLEM </a:t>
            </a:r>
            <a:r>
              <a:rPr lang="en-US" b="1" dirty="0">
                <a:highlight>
                  <a:srgbClr val="8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EB0C5-0052-436D-9D8C-942E88508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553"/>
            <a:ext cx="10515600" cy="41696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000" dirty="0"/>
              <a:t>A US Based Ecommerce Sales Company wants us to create a Sales Dashboard showing information of YTD Sales and generate insights for below scenarios-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 Create a KPI Banner showing YTD Sales, YTD Profit, YTD Quantity sold, YTD Profit Margin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 Find Year on Year growth for each KPI and show a YTD sparkline for each measure in the KPI to understand      the monthly trend for each fact.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 Find YTD Sales, PYTD Sales, YoY Sales growth for different customer category. Add a trend icon for each        category.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 Find YTD Sales performance by each State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 Top 5 and Bottom 5 Products by Sales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/>
              <a:t> YTD Sales by Region to know best and worst performing region all over country</a:t>
            </a:r>
          </a:p>
          <a:p>
            <a:pPr marL="0" indent="0" algn="just">
              <a:buNone/>
            </a:pPr>
            <a:r>
              <a:rPr lang="en-US" sz="2000" dirty="0"/>
              <a:t>❖  YTD Sales by Shipping Type to get the best shipping type percentage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1011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80E42-73A0-5B2E-E38A-F5CCF4F3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4" y="954346"/>
            <a:ext cx="7218947" cy="1066960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highlight>
                  <a:srgbClr val="8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POWER BI FUCNTIONALITIES </a:t>
            </a:r>
            <a:endParaRPr lang="en-IN" sz="3600" b="1" dirty="0">
              <a:highlight>
                <a:srgbClr val="80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05B89-3A4A-2472-8857-0DE54786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396" y="2176272"/>
            <a:ext cx="10191068" cy="45628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How to connect Power BI to MS SQL server and Flat Files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 Modelling with three tables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 cleaning in Power Query How to create a Date Table in Power BI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Time Intelligence function (TOTALYTD, SAMEPERIODLASTYEAR, etc)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Creating Dynamic and Complex KPI's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Basic to Advanced Dax Queries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Conditional Formatting's, Adding dynamic icons in Power BI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Different DAX functions like Calculate, Sum, </a:t>
            </a:r>
            <a:r>
              <a:rPr lang="en-IN" dirty="0" err="1"/>
              <a:t>Sumx</a:t>
            </a:r>
            <a:r>
              <a:rPr lang="en-IN" dirty="0"/>
              <a:t>, Filter, values, selected value, return, concatenate, divide, var, etc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Creating different charts, maps and formatting then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Generating insights from charts</a:t>
            </a:r>
          </a:p>
        </p:txBody>
      </p:sp>
    </p:spTree>
    <p:extLst>
      <p:ext uri="{BB962C8B-B14F-4D97-AF65-F5344CB8AC3E}">
        <p14:creationId xmlns:p14="http://schemas.microsoft.com/office/powerpoint/2010/main" val="49188897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</TotalTime>
  <Words>297</Words>
  <Application>Microsoft Office PowerPoint</Application>
  <PresentationFormat>Widescreen</PresentationFormat>
  <Paragraphs>46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Century Gothic</vt:lpstr>
      <vt:lpstr>Times New Roman</vt:lpstr>
      <vt:lpstr>Wingdings</vt:lpstr>
      <vt:lpstr>Vapor Trail</vt:lpstr>
      <vt:lpstr> E-Commerce sales Dashboard </vt:lpstr>
      <vt:lpstr>PROBLEM STATEMENT </vt:lpstr>
      <vt:lpstr>POWER BI FUCNTIONALITIES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Pushpendra Kumar</dc:creator>
  <cp:lastModifiedBy>Pushpendra Kumar</cp:lastModifiedBy>
  <cp:revision>1</cp:revision>
  <dcterms:created xsi:type="dcterms:W3CDTF">2026-03-28T10:47:14Z</dcterms:created>
  <dcterms:modified xsi:type="dcterms:W3CDTF">2026-03-28T10:56:20Z</dcterms:modified>
</cp:coreProperties>
</file>